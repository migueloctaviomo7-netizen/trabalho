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594360"/>
            <a:ext cx="1828800" cy="182880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1965960"/>
            <a:ext cx="1051560" cy="10515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58368" cy="65836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71323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Aptos"/>
              </a:defRPr>
            </a:pPr>
            <a:r>
              <a:t>PROJETO DE PROGRAMAÇÃO •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7498079" cy="1417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3400" b="1">
                <a:solidFill>
                  <a:srgbClr val="F1F5F9"/>
                </a:solidFill>
                <a:latin typeface="Aptos"/>
              </a:defRPr>
            </a:pPr>
            <a:r>
              <a:t>Pokémon Fire Red:</a:t>
            </a:r>
            <a:br/>
            <a:r>
              <a:t>New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154680"/>
            <a:ext cx="6492240" cy="8229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800" b="0">
                <a:solidFill>
                  <a:srgbClr val="CBD5E1"/>
                </a:solidFill>
                <a:latin typeface="Aptos"/>
              </a:defRPr>
            </a:pPr>
            <a:r>
              <a:t>Uma aventura de fã por Kanto, com exploração,</a:t>
            </a:r>
            <a:br/>
            <a:r>
              <a:t>batalhas e captura de Pokémon.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4800600"/>
            <a:ext cx="338328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910328"/>
            <a:ext cx="310896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APRESENTAÇÃO DO JOGO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594360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Aptos"/>
              </a:defRPr>
            </a:pPr>
            <a:r>
              <a:t>Jogo criado por fã — não oficial.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t>01 • CONCEITO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Ideia e objetivo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53312"/>
            <a:ext cx="1097280" cy="5029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166360" cy="6858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ptos"/>
              </a:defRPr>
            </a:pPr>
            <a:r>
              <a:t>Transformar uma aventura Pokémon em um RPG de texto, executado no terminal com Python.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34290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852928"/>
            <a:ext cx="64008" cy="192938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907792"/>
            <a:ext cx="306324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1">
                <a:solidFill>
                  <a:srgbClr val="FACC15"/>
                </a:solidFill>
                <a:latin typeface="Aptos"/>
              </a:defRPr>
            </a:pPr>
            <a:r>
              <a:t>MISSÃO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364992"/>
            <a:ext cx="3063240" cy="1399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Explorar Kanto, fortalecer a equipe, vencer os oito ginásios e desafiar a Liga Pokémon.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743200"/>
            <a:ext cx="34290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852928"/>
            <a:ext cx="64008" cy="19293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07792"/>
            <a:ext cx="306324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Aptos"/>
              </a:defRPr>
            </a:pPr>
            <a:r>
              <a:t>PROGRESSÃO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64992"/>
            <a:ext cx="3063240" cy="1399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O jogador viaja entre cidades e rotas, encontra treinadores e Pokémon selvagens e avança pela jornada.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743200"/>
            <a:ext cx="34290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2852928"/>
            <a:ext cx="64008" cy="192938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907792"/>
            <a:ext cx="306324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Aptos"/>
              </a:defRPr>
            </a:pPr>
            <a:r>
              <a:t>PÓS-JOGO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364992"/>
            <a:ext cx="3063240" cy="1399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Depois de concluir a história principal, a Ilha dos Lendários fica disponível para explorar encontros especiais.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532120"/>
            <a:ext cx="1078992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A experiência combina estratégia de batalha, exploração e coleção.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t>02 • 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O que o jogador pode fazer?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53312"/>
            <a:ext cx="1097280" cy="5029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3/5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01368"/>
            <a:ext cx="64008" cy="14264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315468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1">
                <a:solidFill>
                  <a:srgbClr val="FACC15"/>
                </a:solidFill>
                <a:latin typeface="Aptos"/>
              </a:defRPr>
            </a:pPr>
            <a:r>
              <a:t>BATALHAS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3154680" cy="89611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Atacar, usar golpe especial, trocar Pokémon, usar itens e voltar ao Centro Pokémon.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01368"/>
            <a:ext cx="64008" cy="14264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15468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Aptos"/>
              </a:defRPr>
            </a:pPr>
            <a:r>
              <a:t>CAPTURA E 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13432"/>
            <a:ext cx="3154680" cy="89611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Capturar Pokémon, registrar os capturados na Pokédex e manter uma equipe de até seis.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5204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01368"/>
            <a:ext cx="64008" cy="14264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15468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Aptos"/>
              </a:defRPr>
            </a:pPr>
            <a:r>
              <a:t>EVOLUÇÕES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13432"/>
            <a:ext cx="3154680" cy="89611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Pokémon têm níveis e dados próprios; o código inclui regras de evolução e transformação do Eevee.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703320"/>
            <a:ext cx="35204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8880" y="3813048"/>
            <a:ext cx="64008" cy="14264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0048" y="3867911"/>
            <a:ext cx="315468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Aptos"/>
              </a:defRPr>
            </a:pPr>
            <a:r>
              <a:t>ITENS E LOJA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4325112"/>
            <a:ext cx="3154680" cy="89611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Inventário, Poké Bolas, itens de recuperação e compras com Pokédolares.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35204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813048"/>
            <a:ext cx="64008" cy="14264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867911"/>
            <a:ext cx="315468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1">
                <a:solidFill>
                  <a:srgbClr val="FACC15"/>
                </a:solidFill>
                <a:latin typeface="Aptos"/>
              </a:defRPr>
            </a:pPr>
            <a:r>
              <a:t>MUNDO EXPLORÁVEL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325112"/>
            <a:ext cx="3154680" cy="89611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Cidades, rotas, cavernas, locais especiais, ginásios e Liga Pokémon.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t>03 • 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Como funciona uma partida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53312"/>
            <a:ext cx="1097280" cy="5029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4/5</a:t>
            </a:r>
          </a:p>
        </p:txBody>
      </p:sp>
      <p:sp>
        <p:nvSpPr>
          <p:cNvPr id="6" name="Oval 5"/>
          <p:cNvSpPr/>
          <p:nvPr/>
        </p:nvSpPr>
        <p:spPr>
          <a:xfrm>
            <a:off x="1444752" y="1828800"/>
            <a:ext cx="658368" cy="65836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4752" y="1984248"/>
            <a:ext cx="658368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103120" cy="38404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Aptos"/>
              </a:defRPr>
            </a:pPr>
            <a:r>
              <a:t>Começar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2377440" cy="12344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Aptos"/>
              </a:defRPr>
            </a:pPr>
            <a:r>
              <a:t>Informar o nome do treinador e visitar o laboratório para escolher o Pokémon inicial.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2121408"/>
            <a:ext cx="1325880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1828800"/>
            <a:ext cx="658368" cy="6583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984248"/>
            <a:ext cx="658368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697480"/>
            <a:ext cx="2103120" cy="38404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Aptos"/>
              </a:defRPr>
            </a:pPr>
            <a:r>
              <a:t>Explorar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246120"/>
            <a:ext cx="2377440" cy="12344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Aptos"/>
              </a:defRPr>
            </a:pPr>
            <a:r>
              <a:t>Viajar entre cidades, visitar locais e entrar em rotas com Pokémon selvagens.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2121408"/>
            <a:ext cx="1325880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50608" y="1828800"/>
            <a:ext cx="658368" cy="65836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0608" y="1984248"/>
            <a:ext cx="658368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697480"/>
            <a:ext cx="2103120" cy="38404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Aptos"/>
              </a:defRPr>
            </a:pPr>
            <a:r>
              <a:t>Treinar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3246120"/>
            <a:ext cx="2377440" cy="12344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Aptos"/>
              </a:defRPr>
            </a:pPr>
            <a:r>
              <a:t>Lutar, capturar novos Pokémon, usar itens e organizar a equipe pela opção Dex.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18704" y="2121408"/>
            <a:ext cx="1325880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03536" y="1828800"/>
            <a:ext cx="658368" cy="65836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3536" y="1984248"/>
            <a:ext cx="658368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2697480"/>
            <a:ext cx="2103120" cy="38404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Aptos"/>
              </a:defRPr>
            </a:pPr>
            <a:r>
              <a:t>Avançar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3246120"/>
            <a:ext cx="2377440" cy="12344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Aptos"/>
              </a:defRPr>
            </a:pPr>
            <a:r>
              <a:t>Conquistar insígnias, vencer a Liga e liberar o conteúdo pós-jogo.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074920"/>
            <a:ext cx="1014984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" y="5184648"/>
            <a:ext cx="64008" cy="55778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5239512"/>
            <a:ext cx="978408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Aptos"/>
              </a:defRPr>
            </a:pPr>
            <a:r>
              <a:t>EXEMPLO DE OBJETIVO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5696712"/>
            <a:ext cx="9784080" cy="274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Vencer os oito ginásios para liberar o desafio da Liga Pokémon; a Ilha dos Lendários é conteúdo pós-jogo.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t>04 • DESENVOLVIMENTO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Tecnologias, desafios e próximos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53312"/>
            <a:ext cx="1097280" cy="5029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5/5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7472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47088"/>
            <a:ext cx="64008" cy="16550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31089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Aptos"/>
              </a:defRPr>
            </a:pPr>
            <a:r>
              <a:t>TECNOLOGIAS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9152"/>
            <a:ext cx="3108960" cy="112471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• Python</a:t>
            </a:r>
            <a:br/>
            <a:r>
              <a:t>• Dicionários e listas</a:t>
            </a:r>
            <a:br/>
            <a:r>
              <a:t>• Funções</a:t>
            </a:r>
            <a:br/>
            <a:r>
              <a:t>• Módulos random e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37360"/>
            <a:ext cx="347472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847088"/>
            <a:ext cx="64008" cy="1655063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01952"/>
            <a:ext cx="31089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1">
                <a:solidFill>
                  <a:srgbClr val="FACC15"/>
                </a:solidFill>
                <a:latin typeface="Aptos"/>
              </a:defRPr>
            </a:pPr>
            <a:r>
              <a:t>DESAFIOS DO CÓDIGO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59152"/>
            <a:ext cx="3108960" cy="112471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• Organizar muitos Pokémon e atributos</a:t>
            </a:r>
            <a:br/>
            <a:r>
              <a:t>• Equilibrar batalhas e capturas</a:t>
            </a:r>
            <a:br/>
            <a:r>
              <a:t>• Conectar cidades, rotas, itens e progressão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737360"/>
            <a:ext cx="347472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847088"/>
            <a:ext cx="64008" cy="1655063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901952"/>
            <a:ext cx="31089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Aptos"/>
              </a:defRPr>
            </a:pPr>
            <a:r>
              <a:t>DIFERENCIAIS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359152"/>
            <a:ext cx="3108960" cy="112471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• Pokédex de capturados</a:t>
            </a:r>
            <a:br/>
            <a:r>
              <a:t>• Equipe e inventário separados</a:t>
            </a:r>
            <a:br/>
            <a:r>
              <a:t>• Locais especiais e lendários</a:t>
            </a:r>
            <a:br/>
            <a:r>
              <a:t>• Jornada rejogável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60520"/>
            <a:ext cx="10698480" cy="38404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Aptos"/>
              </a:defRPr>
            </a:pPr>
            <a:r>
              <a:t>Possíveis melhorias futuras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10607040" cy="8229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500" b="0">
                <a:solidFill>
                  <a:srgbClr val="CBD5E1"/>
                </a:solidFill>
                <a:latin typeface="Aptos"/>
              </a:defRPr>
            </a:pPr>
            <a:r>
              <a:t>Adicionar salvamento de progresso em arquivo, testes automatizados, menus mais claros e balanceamento contínuo dos níveis e recompensas.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607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600" b="1">
                <a:solidFill>
                  <a:srgbClr val="FACC15"/>
                </a:solidFill>
                <a:latin typeface="Aptos"/>
              </a:defRPr>
            </a:pPr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